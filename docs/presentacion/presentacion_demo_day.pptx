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22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
(RAG naive)</c:v>
                  </c:pt>
                  <c:pt idx="1">
                    <c:v>It. 1
bloques</c:v>
                  </c:pt>
                  <c:pt idx="2">
                    <c:v>It. 2
entidades</c:v>
                  </c:pt>
                  <c:pt idx="3">
                    <c:v>Final (It. 3)
extractiva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54.7</c:v>
                </c:pt>
                <c:pt idx="1">
                  <c:v>71.9</c:v>
                </c:pt>
                <c:pt idx="2">
                  <c:v>89.1</c:v>
                </c:pt>
                <c:pt idx="3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B1220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F29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DIPLOMATURA EN INTELIGENCIA ARTIFICIAL · UBA – FIUBA · TALLER DE PROYECTO FINAL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 RAG para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Movilidad Eléctrica CORADIR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híbrida y respuesta extractiva sobre la base de conocimiento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vehículos eléctricos — medible, trazable y 100% local.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7863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Salini</a:t>
            </a:r>
            <a:pPr indent="0" marL="0">
              <a:buNone/>
            </a:pPr>
            <a:r>
              <a:rPr lang="en-US" sz="13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Track A — RAG / Chatbot   ·   Demo Day 17/06/2026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github.com/xKaruXx/DIIA-salini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CORADIR · Demo 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Conocimiento valioso, imposible de consultar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CORADIR fabrica vehículos eléctricos (TITO, TITA, CHIKI...) y administra precios, especificaciones, agencias y FAQs en un único JSON interno y jerárquico.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consulta en lenguaje natural: </a:t>
            </a:r>
            <a:pPr indent="0" marL="0">
              <a:buNone/>
            </a:pPr>
            <a:r>
              <a:rPr lang="en-US" sz="14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visitantes web dependen de búsqueda manual.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trazabilidad: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auditar qué fuente respalda cada respuesta.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exactos: 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precio o una dirección aproximada es peor que no responder.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760720" y="1371600"/>
            <a:ext cx="2926080" cy="96012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371600"/>
            <a:ext cx="54864" cy="960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925312" y="1463040"/>
            <a:ext cx="26517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JSON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925312" y="1899666"/>
            <a:ext cx="2633472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administrativo como única fuente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60720" y="2487168"/>
            <a:ext cx="2926080" cy="96012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60720" y="2487168"/>
            <a:ext cx="54864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5925312" y="2578608"/>
            <a:ext cx="26517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líneas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25312" y="3015234"/>
            <a:ext cx="2633472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vehículos + agencias en ~10 provincias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60720" y="3602736"/>
            <a:ext cx="2926080" cy="96012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7" name="Shape 15"/>
          <p:cNvSpPr/>
          <p:nvPr/>
        </p:nvSpPr>
        <p:spPr>
          <a:xfrm>
            <a:off x="5760720" y="3602736"/>
            <a:ext cx="54864" cy="960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5925312" y="3694176"/>
            <a:ext cx="26517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fuentes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925312" y="4130802"/>
            <a:ext cx="2633472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respuesta citaba su respaldo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CORADIR · Demo 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híbrido + respuesta extractiva, 100% local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web que convierte el JSON en 111 documentos atómicos trazables, los recupera con búsqueda léxica + vectorial, y extrae el dato literal antes de pedirle nada a un LLM.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011680" cy="109728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240280"/>
            <a:ext cx="20116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3957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→ JSONL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docs atómicos con source_path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32304" y="262432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2D2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15184" y="2240280"/>
            <a:ext cx="2011680" cy="109728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3" name="Shape 11"/>
          <p:cNvSpPr/>
          <p:nvPr/>
        </p:nvSpPr>
        <p:spPr>
          <a:xfrm>
            <a:off x="2615184" y="2240280"/>
            <a:ext cx="20116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2752344" y="23957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 + léxico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52344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híbrido top-5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90288" y="262432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2D2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73168" y="2240280"/>
            <a:ext cx="2011680" cy="109728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8" name="Shape 16"/>
          <p:cNvSpPr/>
          <p:nvPr/>
        </p:nvSpPr>
        <p:spPr>
          <a:xfrm>
            <a:off x="4773168" y="2240280"/>
            <a:ext cx="20116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23957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extractiva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0328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literal en 0,01 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48272" y="2624328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2D2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31152" y="2240280"/>
            <a:ext cx="2011680" cy="109728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23" name="Shape 21"/>
          <p:cNvSpPr/>
          <p:nvPr/>
        </p:nvSpPr>
        <p:spPr>
          <a:xfrm>
            <a:off x="6931152" y="2240280"/>
            <a:ext cx="20116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7068312" y="23957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local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68312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 vía Ollama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0D2E2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703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EN VIVO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331720" y="37033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“¿Cuánta autonomía tiene el TITO S5?”  →  respuesta literal, con fuente, en 0,01 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CORADIR · Demo 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corpus corto y asimétrico decidió el diseño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C:/Repositorios/DIIA-salini/docs/charts_corpus/corpus_token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4389120" cy="2560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57800" y="1371600"/>
            <a:ext cx="3456432" cy="804672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9" name="Shape 6"/>
          <p:cNvSpPr/>
          <p:nvPr/>
        </p:nvSpPr>
        <p:spPr>
          <a:xfrm>
            <a:off x="5257800" y="1371600"/>
            <a:ext cx="54864" cy="80467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7"/>
          <p:cNvSpPr/>
          <p:nvPr/>
        </p:nvSpPr>
        <p:spPr>
          <a:xfrm>
            <a:off x="5413248" y="1435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24 tokens · 67 docs &lt; 30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13248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fragmentar: documento atómico = unidad de indexado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57800" y="2350008"/>
            <a:ext cx="3456432" cy="804672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3" name="Shape 10"/>
          <p:cNvSpPr/>
          <p:nvPr/>
        </p:nvSpPr>
        <p:spPr>
          <a:xfrm>
            <a:off x="5257800" y="2350008"/>
            <a:ext cx="54864" cy="80467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1"/>
          <p:cNvSpPr/>
          <p:nvPr/>
        </p:nvSpPr>
        <p:spPr>
          <a:xfrm>
            <a:off x="5413248" y="24140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jerárquico con rutas naturales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13248" y="2715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source_path como metadato → evaluación contra fuentes esperadas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257800" y="3328416"/>
            <a:ext cx="3456432" cy="804672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7" name="Shape 14"/>
          <p:cNvSpPr/>
          <p:nvPr/>
        </p:nvSpPr>
        <p:spPr>
          <a:xfrm>
            <a:off x="5257800" y="3328416"/>
            <a:ext cx="54864" cy="80467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5"/>
          <p:cNvSpPr/>
          <p:nvPr/>
        </p:nvSpPr>
        <p:spPr>
          <a:xfrm>
            <a:off x="5413248" y="3392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MATTR 0,854 · sin baja densidad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13248" y="36941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lematización global: preservar “USD 17.731,25” literal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4315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la cátedra: cada hallazgo del EDA termina en una decisión.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CORADIR · Demo 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offline + online con artefactos trazables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8229600" cy="290779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C:/Repositorios/DIIA-salini/docs/informe_tecnico/arquitectura_pipeline_sli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426464"/>
            <a:ext cx="8010144" cy="2761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ruta extractiva no alcanza: retrieval híbrido top-5 + LLM con prompt estricto. Historial en SQLite; índice en Chroma.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CORADIR · Demo 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QUE CAMBIÓ EL PROYECTO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fallos eran de extracción, no de retrieval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1371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544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1792" y="2217420"/>
            <a:ext cx="2359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fallidos en el baseline extendido (de 64)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37160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463040"/>
            <a:ext cx="54864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15544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/ 29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10712" y="2217420"/>
            <a:ext cx="2359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tenían la fuente correcta en el top-5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137160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463040"/>
            <a:ext cx="54864" cy="1371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5544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/ 29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99632" y="2217420"/>
            <a:ext cx="2359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eran fallos reales de retrieval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132588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108960"/>
            <a:ext cx="54864" cy="1325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18688"/>
            <a:ext cx="7818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</a:t>
            </a:r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selección de líneas dentro del documento recuperado (términos de foco, ranking por entidad, presupuesto dinámico) </a:t>
            </a:r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que cambiar embeddings o agregar reranking.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respuesta y retrieval por separado (expected_sources por caso) fue lo que hizo visible esta distinción.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CORADIR · Demo 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MODELO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LLMs locales medidos con los mismos 21 casos</a:t>
            </a:r>
            <a:endParaRPr lang="en-US" sz="2700" dirty="0"/>
          </a:p>
        </p:txBody>
      </p:sp>
      <p:pic>
        <p:nvPicPr>
          <p:cNvPr id="6" name="Image 0" descr="C:/Repositorios/DIIA-salini/docs/charts_modelos/manual_model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074920" cy="3054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141732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qwen3.5:4b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 para la demo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4,19/5 vs 4,29 del 32B,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−26% de latencia (3,8 s)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mitad de memoria (3,4 GB).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Descartados con evidencia: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gemma3:270m (respuestas vacías),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lfm2.5-thinking (sin respuesta final).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CORADIR · Demo 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· RETRIEVAL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fuente correcta llega, y llega primera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75104" cy="123444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08760"/>
            <a:ext cx="1700784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0,97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21792" y="2096262"/>
            <a:ext cx="1682496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— la fuente esperada está en el top-5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9464" y="1417320"/>
            <a:ext cx="1975104" cy="123444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1" name="Shape 9"/>
          <p:cNvSpPr/>
          <p:nvPr/>
        </p:nvSpPr>
        <p:spPr>
          <a:xfrm>
            <a:off x="2569464" y="1417320"/>
            <a:ext cx="54864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2734056" y="1508760"/>
            <a:ext cx="1700784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0,92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734056" y="2096262"/>
            <a:ext cx="1682496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— primer relevante en posición media 1,22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81728" y="1417320"/>
            <a:ext cx="1975104" cy="123444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5" name="Shape 13"/>
          <p:cNvSpPr/>
          <p:nvPr/>
        </p:nvSpPr>
        <p:spPr>
          <a:xfrm>
            <a:off x="4681728" y="1417320"/>
            <a:ext cx="54864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508760"/>
            <a:ext cx="1700784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0,88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846320" y="2096262"/>
            <a:ext cx="1682496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— la fuente esperada queda primera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93992" y="1417320"/>
            <a:ext cx="1975104" cy="123444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9" name="Shape 17"/>
          <p:cNvSpPr/>
          <p:nvPr/>
        </p:nvSpPr>
        <p:spPr>
          <a:xfrm>
            <a:off x="6793992" y="1417320"/>
            <a:ext cx="54864" cy="1234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6958584" y="1508760"/>
            <a:ext cx="1700784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0,32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58584" y="2096262"/>
            <a:ext cx="1682496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 — el costo del corpus atómico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127248"/>
            <a:ext cx="7818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honesta: </a:t>
            </a:r>
            <a:pPr indent="0" marL="0">
              <a:buNone/>
            </a:pPr>
            <a:r>
              <a:rPr lang="en-US" sz="13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Precision@5 baja no es un bug, es el trade-off elegido: 111 documentos muy cortos meten vecinos “extra” en el top-5. Hoy lo absorbe la capa extractiva.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completa: 257 chunks revisados contra fuentes esperadas; 63/64 casos con la fuente en el top-5.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CORADIR · Demo 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· END-TO-END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54,7% a 100% sin tocar índice ni embeddings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48463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137160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64/64 casos correctos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extendido, keywords estrictas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media 0,895 · Token overlap 1,0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extractiva 0,01 s · costo $0/consulta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asterisco honesto: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set de 64 casos se usó para iterar la mejora → 100% mide cobertura del benchmark, no generalización. Validar con consultas nuevas es el próximo paso.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CORADIR · Demo 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DOCUMENTADOS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fallas que más enseñaron — y sus correcciones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246888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40233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9961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“¿Qué agencia hay en Moreno?”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90195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Respondía “Buenos Aires” genérico, sin CHIAMO MOTORS ni su dirección.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50545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el doc de agencias BA (388 tokens) + stopwords interrogativas subían FAQs.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310896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prioridad a localidad específica + reconstrucción de ítems de lista.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246888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371600"/>
            <a:ext cx="40233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49961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“¿Precio de la TITA S2 300?”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28032" y="190195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Devolvía variantes con furgón/AA y omitía la versión base (USD 16.981,25).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28032" y="250545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el ranking de líneas favorecía coincidencias más largas.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28032" y="310896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penalización de variantes no solicitadas cuando piden la base.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propia mejora introdujo 2 regresiones (se perdió “500 kg” de capacidad). Se documentaron y corrigieron verificando contra el baseline completo antes de congelar.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CORADIR · Demo Day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4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Medir por partes fue lo que permitió mejorar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8046720" cy="804672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54480"/>
            <a:ext cx="54864" cy="8046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5448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demostramos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17520" y="1554480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KB administrativa puede volverse consultable y auditable con stack 100% local: 64/64 con trazabilidad por fuente.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8046720" cy="804672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468880"/>
            <a:ext cx="54864" cy="8046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6888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limita al sistema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17520" y="2468880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sobreajuste al benchmark · Precision@5 0,32 · reglas extractivas atadas al dominio · precios con vencimiento.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8046720" cy="804672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83280"/>
            <a:ext cx="54864" cy="80467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8328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sigue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017520" y="3383280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 validación held-out con consultas reales · reevaluar EmbeddingGemma · faithfulness por consulta en producción.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 </a:t>
            </a:r>
            <a:pPr indent="0" marL="0">
              <a:buNone/>
            </a:pPr>
            <a:r>
              <a:rPr lang="en-US" sz="1250" dirty="0">
                <a:solidFill>
                  <a:srgbClr val="B6C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 + benchmarks reproducibles en  </a:t>
            </a:r>
            <a:pPr indent="0" marL="0">
              <a:buNone/>
            </a:pPr>
            <a:r>
              <a:rPr lang="en-US" sz="12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github.com/xKaruXx/DIIA-salini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RAG CORADIR — Demo Day</dc:title>
  <dc:subject>PptxGenJS Presentation</dc:subject>
  <dc:creator>Carlos Salini</dc:creator>
  <cp:lastModifiedBy>Carlos Salini</cp:lastModifiedBy>
  <cp:revision>1</cp:revision>
  <dcterms:created xsi:type="dcterms:W3CDTF">2026-06-10T23:09:53Z</dcterms:created>
  <dcterms:modified xsi:type="dcterms:W3CDTF">2026-06-10T23:09:53Z</dcterms:modified>
</cp:coreProperties>
</file>